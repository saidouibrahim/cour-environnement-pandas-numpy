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25880"/>
            <a:ext cx="914400" cy="9144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4592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Transformation, encodage et variables temporelles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heures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3746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53746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30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30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0654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0654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de préparation réutilisable + variables dérivées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  ·  M1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37131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371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32588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l'échelle et fuite de données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32588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45932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1791367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791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745932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1745932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4.1 — Mise à l'échelle écrite à la main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745932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6598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2211419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2211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16598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216598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le catégoriel : one-hot, ordinal, fréquence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16598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86038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263147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" y="2631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586038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2586038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4.2 et 4.3 — Fuite de données, puis encodage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586038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0609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" y="305152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" y="3051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00609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8840" y="300609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ses transformations dans une fonction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300609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426143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471577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" y="34715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426143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148840" y="3426143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4.4 — Variables dérivées et fonction de préparation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3426143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15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84619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" y="3891629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" y="3891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384619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148840" y="384619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: parsing, extraction, encodage cyclique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384619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266247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" y="431168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9224" y="43116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4266247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148840" y="4266247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5.1 et 5.2 — Parser sans perdre, enrichir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4266247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30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théorie   ·   P = pratique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mises à l'échelle, trois usages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qu'elle fait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la choisir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Ramène dans [0 ; 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Bornes connues et stables ; une seule valeur extrême écrase tout le reste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sur 0, écart type de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à peu près symétrique, peu de valeurs extrêmes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sur la médiane, divise par l'IQR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assumée de valeurs extrêmes — le cas le plus fréquent en vrai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5948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des trois ne corrige l'asymétrie : la forme de la distribution reste identique. Seul le logarithme la change.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LA PLUS COURANTE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fuite de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 w="9525">
            <a:solidFill>
              <a:srgbClr val="EBC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fuit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scaler.fit(X)  — sur l'ensemble complet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séparation en entraînement et test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du test a servi à calculer le centrage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paraît meilleur qu'il ne sera jamais en production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ne fuit pas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X_train, X_test = train_test_split(X)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scaler.fit(X_train)  — l'entraînement seul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scaler.transform(X_test)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du test transformé ne vaut pas 0 : c'est normal, et c'est bon signe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765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moyenne de votre test transformé vaut exactement zéro, vous venez de fuiter.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sur l'entraînement, transform partout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2930652"/>
          </a:xfrm>
          <a:prstGeom prst="roundRect">
            <a:avLst>
              <a:gd name="adj" fmla="val 1872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44752"/>
            <a:ext cx="7735824" cy="263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 = train_test_split(X, test_size=0.2, random_state=0)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 = scaler.fit_transform(X_train)   # fit ICI, une seule fois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  = scaler.transform(X_test)        # transform seulement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print(X_test_scaled.mean())   # != 0  -&gt; aucune fuite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tient en un mot : fit une fois, sur l'entraînement. Partout ailleurs, transform.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4.1 — Mise à l'échelle, à la main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vous-même les trois formules, pour savoir ensuite ce qu'un scaler fait.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trois formules à la colonne montant, en pandas, et comparer les statistiques.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scale_minmax(series) et scale_zscore(series) : deux lignes chacune.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log(1 + montant) et mesurer l'effet sur l'asymétrie avec .skew().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les trois mises à l'échelle ont la même asymétrie que la colonne brute.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Deux fonctions de mise à l'échelle, testées par assertion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: trois stratégies, trois risques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colonne par modalité. Sans risque sur le sens, mais explose en dimension dès que la cardinalité dépasse la vingtaine.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2696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 entière par modalité. Correct si l'ordre existe vraiment ; sinon on invente une hiérarchie que le modèle exploitera.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481328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fréquence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la modalité par sa part. Compact, mais fuit si la fréquence est calculée sur l'ensemble complet. Pour plus tard.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LA CARDINALITÉ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qu'un encodage naïf produit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sous-catégories dans le jeu de démonstration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1564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21564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sur un jeu réel à forte cardinalité (codes postaux, références)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2836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92836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regroupement en « autre » qui ramène tout à une taille gérable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8338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42748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modalités rares n'est pas une approximation paresseuse : c'est un choix qu'on documente et qu'on justifie.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4.2 et 4.3 — Fuite de données, puis encodage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350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une fuite, puis encoder sans faire exploser la dimension.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92224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5681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911096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 jeu en 80/20 avec sales.sample(), sans aucune bibliothèque nouvelle.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392985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929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347265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Centrer le test avec les paramètres de l'ensemble complet, puis avec ceux de l'entraînement.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82915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8291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783434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moyennes obtenues et écrire pourquoi zéro est le symptôme du problème.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26532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65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219602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avec pd.get_dummies pour canal, statut et categorie ; compter les colonnes.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70149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014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3655771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modalités sous 2 % de sous_categorie avant de l'encoder.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Explication écrite de la fuite + jeu encodé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fonction plutôt que vingt cellules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discipline qu'au jour 2 avec clean_sales : les transformations vivent dans une fonction.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8138160" cy="2455164"/>
          </a:xfrm>
          <a:prstGeom prst="roundRect">
            <a:avLst>
              <a:gd name="adj" fmla="val 2235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20240"/>
            <a:ext cx="7735824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prepare_features(df, products, min_frequency=0.02):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                      # ne jamais modifier l'entrée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df.merge(products, on='id_produit', how='left')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df['montant_net'] = df['montant'] * (1 - df['remise_pct'] / 100)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les autres variables dérivées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dummies = pd.get_dummies(df[CATEGORICAL_COLUMNS], prefix_sep='=', dtype=int)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pd.concat([df, dummies], axis=1)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df['montant_zscore'] = scale_zscore(df['montant'])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compte : la jointure d'abord, sinon les variables dérivées n'ont pas leurs colonnes.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4.4 — Variables dérivées et fonction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du notebook jetable au livrable : une fonction qu'on peut rejouer.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quatre variables dérivées à valeur métier, chacune avec sa justification en commentaire.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dénominateurs : un prix à zéro produit un infini qui contaminera tout.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prepare_features(df, products) qui enchaîne jointure, dérivées, encodage, échelle.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que la fonction ne modifie pas le DataFrame qu'elle reçoit.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src/transformation.py + ventes_transformees + quatre variables justifiées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30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pièges des variables temporelles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L'ambiguïté jj/mm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05/03/2024 se lit 5 mars ou 3 mai. Se tromper déplace des milliers de lignes de mois, sans lever la moindre exception.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2696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 ISO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décembre appartient souvent à la semaine 1 de l'année suivante. .isocalendar().week le gère ; .week non.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481328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mois comme entier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Décembre vaut 12 et janvier 1 : l'écart paraît maximal alors qu'ils sont adjacents. D'où l'encodage sinusoïdal.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 sans perdre de lignes en silence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2930652"/>
          </a:xfrm>
          <a:prstGeom prst="roundRect">
            <a:avLst>
              <a:gd name="adj" fmla="val 1872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44752"/>
            <a:ext cx="7735824" cy="263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order_dates = pd.to_datetime(raw['date_commande'],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format='mixed', dayfirst=True, errors='coerce')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n_failed = order_dates.isna().sum() - raw['date_commande'].isna().sum()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print('Échecs de conversion :', n_failed)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errors='coerce' transforme les échecs en NaT au lieu de lever.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Pratique — et dangereux si personne ne compte les échecs juste après.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conversion qui détruit 8 % des dates sans le dire est une bombe à retardement.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5.1 et 5.2 — Parser et enrichir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30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une colonne de dates fiable, puis en tirer des variables réellement utiles.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parse_dates(series) renvoyant un rapport et levant une erreur sous 95 % de réussite.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année, mois, jour de semaine, semaine ISO, trimestre, heure, indicateur de week-end.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période de journée, l'indicateur de fin de mois, l'ancienneté du client à la commande.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l'encodage cyclique : décembre doit être aussi proche de janvier que janvier de février.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Jeu enrichi de ses variables temporelles + fonction parse_dates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JOURNÉE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3 — Les données sont exploitables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faire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mise à l'échelle pour une raison, pas par habitude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une fuite de données à son symptôme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sans faire exploser la dimension ni inventer d'ordre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des dates hétérogènes en rendant compte de ce qui échoue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avant demain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Terminer les notebooks 04 et 05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prepare_features au jeu de données de votre projet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vos cinq variables dérivées avec leur justification métier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qu'aucune de vos transformations n'est ajustée sur l'ensemble complet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4851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: assembler les tables et produire un modèle qu'un outil de BI sait lire.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PMD — Jour 3 : Transformation, encodage, temps</dc:title>
  <dc:subject>PptxGenJS Presentation</dc:subject>
  <dc:creator>Module PMD — M1</dc:creator>
  <cp:lastModifiedBy>Module PMD — M1</cp:lastModifiedBy>
  <cp:revision>1</cp:revision>
  <dcterms:created xsi:type="dcterms:W3CDTF">2026-09-24T22:57:40Z</dcterms:created>
  <dcterms:modified xsi:type="dcterms:W3CDTF">2026-09-24T22:57:40Z</dcterms:modified>
</cp:coreProperties>
</file>